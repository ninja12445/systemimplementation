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  <p:sldId id="266" r:id="rId7"/>
    <p:sldId id="263" r:id="rId8"/>
    <p:sldId id="258" r:id="rId9"/>
    <p:sldId id="262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3D40-159C-3B7C-4D1F-A14F908DF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A5A65-3BE3-D588-41EC-F730BCC31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6CF05-FE1B-9A6B-70E2-CE2807BF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436D1-7BCE-1E06-28D8-EB1430E4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BE00-FF8B-C7DC-3427-6F1A7E1B1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0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0E777-0DEF-A3A8-6DCA-1708385A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9F23-CF64-2437-057D-6FBCF9496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A5CF2-5938-D837-9E68-546047EDE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18A2C-7626-704C-6D64-FD6D16FB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8863C-639A-AD87-BD93-0B309C7C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60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5C62-5015-F104-7491-275927184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543D-0A89-986B-077C-78EA5A94D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3A781-34B5-9342-60DA-395EF0AA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75261-5303-2A1D-0348-A01CBAE4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2951F-4B59-D133-7188-4A32FFC5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2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81B8-22F2-2F83-8004-2724BF45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ACA61-2537-58AA-C5CB-CC375FBF2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28A4E-AF6A-6385-7D3E-B09AF4653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B124C-A0CA-A721-83E0-3EBDBE351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8A7AF-D087-4E8E-AE84-9F1DF64D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3744A-13D8-37CB-5CD9-9F5B3604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2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DDE0-5299-D880-275C-AAA6A9AD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737EE-A983-1E16-975E-A783BC5ED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77E3B-F662-78B4-D81A-6958B99A1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5C0566-B89C-D578-2EAB-23C811C8A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BB9719-ED23-D574-A161-D2E4171E8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1EAFE-880B-23C7-C42D-370A4768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2BBE19-B624-91DF-C2F2-0D8BED298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2DB0E0-2785-9EB8-332B-2AA2182F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3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2D2D-5DFC-281A-C052-CE5FB765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0F55CF-6CFA-2C02-F0C6-B0E89DE9B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89603-9EA3-C762-5A4D-E003E618E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F9828-3D5B-65DC-0658-FEB4D879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5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275E2-19E9-90F6-593C-E99BB27E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A3CBE-D261-0178-09FA-3FD268E2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F12B3-6BC7-EDC7-42F7-CC3545FF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3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7F871-6376-1D28-4E7D-F2A25BBD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C20BC-BFD9-E037-28CD-CF1D5DB4A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571C7-7F73-D489-6955-6A5F214C0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88305-ECFA-82F6-77AC-217EE938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F5B4B-A162-CB93-2D3A-2F037932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CF699-D15F-9011-16C1-C2643B70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9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4488-48F9-8451-BD2F-6694A16FF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8684BF-FDAC-FB44-5358-EC5029C97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7FE3-623D-0D2A-6293-A7E779CC7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032A4-866A-307C-9DA0-CBF4D910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86088-5F89-652D-7640-B2687187B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AA504-EEEF-7A57-FA85-B3CC6107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8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B3CC-7F9D-53A9-FD79-72B50DEEC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B0446-A49A-5AC3-C882-8F0DAB75F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5BD87-68FE-62F1-A2D2-256531FA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6877C-4D19-8443-72E8-F064A3F1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7FBC5-E5AB-E128-09C2-E7064F3B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7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0DBA5-2D65-FE65-81FD-D28E5BC4C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857AD-5A4E-D116-A602-8A7DA07B4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7291B-B392-5685-4AE3-404592D1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365F0-7C77-D9C5-93F3-D7BB06C22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4F192-977A-026D-C0D7-23B5E0D7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7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B884A-FE81-3BBD-64A1-1C411873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A45DA-771C-B03B-0AA7-ADF1F764F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4AD25-D6BE-E6BC-DFEC-D6C816E18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C65DF-66EA-470C-9DA0-B692E639E1C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54232-68B2-CF30-451D-0A95F2B20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CB85A-E7BF-9B24-4D7B-DE149EB3A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4AA71-BC78-47C6-886E-3EEA184CB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57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8F69-5D5E-3339-94B1-54019B661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57437"/>
            <a:ext cx="9144000" cy="1071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Platform as a Service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67B0E-BCE3-C4A5-0321-4CDD796418BC}"/>
              </a:ext>
            </a:extLst>
          </p:cNvPr>
          <p:cNvSpPr txBox="1"/>
          <p:nvPr/>
        </p:nvSpPr>
        <p:spPr>
          <a:xfrm>
            <a:off x="4837471" y="4062792"/>
            <a:ext cx="232041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Adriel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Date:11 March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81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4866-35E7-C44F-9E93-32126631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37" y="96652"/>
            <a:ext cx="6581673" cy="746125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 data platform exists 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952DC-2449-31D3-6A8F-90E840506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796" y="1010470"/>
            <a:ext cx="4012866" cy="746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purpose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8C0C2-C09A-DF50-3E56-092F8D911A56}"/>
              </a:ext>
            </a:extLst>
          </p:cNvPr>
          <p:cNvSpPr txBox="1"/>
          <p:nvPr/>
        </p:nvSpPr>
        <p:spPr>
          <a:xfrm>
            <a:off x="1896704" y="1623075"/>
            <a:ext cx="1484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FE2C1-4A82-B9A9-3D19-0CD40B62E53B}"/>
              </a:ext>
            </a:extLst>
          </p:cNvPr>
          <p:cNvSpPr txBox="1"/>
          <p:nvPr/>
        </p:nvSpPr>
        <p:spPr>
          <a:xfrm>
            <a:off x="8421711" y="1323942"/>
            <a:ext cx="1467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23396E-C15D-82FE-EBD7-A173F5429307}"/>
              </a:ext>
            </a:extLst>
          </p:cNvPr>
          <p:cNvSpPr/>
          <p:nvPr/>
        </p:nvSpPr>
        <p:spPr>
          <a:xfrm>
            <a:off x="3652673" y="5237348"/>
            <a:ext cx="1592826" cy="1524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2C2578-5DC8-B922-364E-F685A48894EA}"/>
              </a:ext>
            </a:extLst>
          </p:cNvPr>
          <p:cNvSpPr/>
          <p:nvPr/>
        </p:nvSpPr>
        <p:spPr>
          <a:xfrm>
            <a:off x="2174988" y="3880187"/>
            <a:ext cx="1592826" cy="1524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6FA1C8-4D94-F571-937A-0D9C74FD4AF9}"/>
              </a:ext>
            </a:extLst>
          </p:cNvPr>
          <p:cNvSpPr/>
          <p:nvPr/>
        </p:nvSpPr>
        <p:spPr>
          <a:xfrm>
            <a:off x="3338031" y="2274218"/>
            <a:ext cx="1592826" cy="1524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7A1ECB-1487-ACB9-168B-F3764CDB0D72}"/>
              </a:ext>
            </a:extLst>
          </p:cNvPr>
          <p:cNvSpPr/>
          <p:nvPr/>
        </p:nvSpPr>
        <p:spPr>
          <a:xfrm>
            <a:off x="131363" y="3854241"/>
            <a:ext cx="1592826" cy="15240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131CFB-B505-F887-0238-FCE04AEDE77E}"/>
              </a:ext>
            </a:extLst>
          </p:cNvPr>
          <p:cNvSpPr/>
          <p:nvPr/>
        </p:nvSpPr>
        <p:spPr>
          <a:xfrm>
            <a:off x="7152967" y="2072978"/>
            <a:ext cx="3726425" cy="395419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1FBDFF-F917-0A4B-DEA6-65F58EE3330D}"/>
              </a:ext>
            </a:extLst>
          </p:cNvPr>
          <p:cNvSpPr/>
          <p:nvPr/>
        </p:nvSpPr>
        <p:spPr>
          <a:xfrm>
            <a:off x="7294297" y="2369989"/>
            <a:ext cx="1592826" cy="1524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6DC27B-7061-6BFE-9273-6B4885059570}"/>
              </a:ext>
            </a:extLst>
          </p:cNvPr>
          <p:cNvSpPr/>
          <p:nvPr/>
        </p:nvSpPr>
        <p:spPr>
          <a:xfrm>
            <a:off x="9167016" y="2354826"/>
            <a:ext cx="1592826" cy="1524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CC3277-7AA2-8847-B9DC-D445CC7A4873}"/>
              </a:ext>
            </a:extLst>
          </p:cNvPr>
          <p:cNvSpPr/>
          <p:nvPr/>
        </p:nvSpPr>
        <p:spPr>
          <a:xfrm>
            <a:off x="9155508" y="4191000"/>
            <a:ext cx="1592826" cy="15240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40DB6C-D758-B171-F25A-9190DC6271C0}"/>
              </a:ext>
            </a:extLst>
          </p:cNvPr>
          <p:cNvSpPr/>
          <p:nvPr/>
        </p:nvSpPr>
        <p:spPr>
          <a:xfrm>
            <a:off x="7326517" y="4191000"/>
            <a:ext cx="1592826" cy="1524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5A2F54-80EE-70D4-724D-5B45CE820676}"/>
              </a:ext>
            </a:extLst>
          </p:cNvPr>
          <p:cNvSpPr txBox="1"/>
          <p:nvPr/>
        </p:nvSpPr>
        <p:spPr>
          <a:xfrm>
            <a:off x="7752018" y="6191435"/>
            <a:ext cx="2528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</a:t>
            </a:r>
          </a:p>
        </p:txBody>
      </p:sp>
    </p:spTree>
    <p:extLst>
      <p:ext uri="{BB962C8B-B14F-4D97-AF65-F5344CB8AC3E}">
        <p14:creationId xmlns:p14="http://schemas.microsoft.com/office/powerpoint/2010/main" val="45684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A23F-914F-2558-FF24-14075E8A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3997"/>
            <a:ext cx="5681246" cy="80870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and System Scope: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F12985-D195-F664-4ECA-07C3DBC64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99" y="1746583"/>
            <a:ext cx="11215601" cy="416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1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A54D5-319F-1C49-9D02-3A8AAB56A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443" y="401052"/>
            <a:ext cx="6047873" cy="766763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data entering the platform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CB1FC-04C1-03E5-AAC9-0DB34E70D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996" y="1370115"/>
            <a:ext cx="9144000" cy="114694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/ stream / API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Kafka</a:t>
            </a:r>
          </a:p>
        </p:txBody>
      </p:sp>
    </p:spTree>
    <p:extLst>
      <p:ext uri="{BB962C8B-B14F-4D97-AF65-F5344CB8AC3E}">
        <p14:creationId xmlns:p14="http://schemas.microsoft.com/office/powerpoint/2010/main" val="1820877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C3153-E634-34C9-3DCB-1C2A32AB2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2317" y="593558"/>
            <a:ext cx="3930316" cy="734678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D133C6-B27C-86AA-AE63-D79E5E4FC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85" y="593558"/>
            <a:ext cx="11363830" cy="601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03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3162DBB-ABFC-C3C5-8D2B-ABC1128C3281}"/>
              </a:ext>
            </a:extLst>
          </p:cNvPr>
          <p:cNvSpPr txBox="1"/>
          <p:nvPr/>
        </p:nvSpPr>
        <p:spPr>
          <a:xfrm>
            <a:off x="678425" y="36339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matrix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2DB852-AB8A-54CC-F7AC-E1A75F02A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69" y="1501220"/>
            <a:ext cx="5433531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7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87066-0A1D-1AA8-9531-47346CF5F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810" y="529389"/>
            <a:ext cx="3272590" cy="745958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Planning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CC30C-0B43-C239-C3ED-A281DA73A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600" y="1859360"/>
            <a:ext cx="6620799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9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FFE4-8C57-713C-E80D-9982999E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256"/>
            <a:ext cx="10515600" cy="85674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AFC3D-B1AC-57DF-F665-FA8A9E082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8483"/>
            <a:ext cx="6412833" cy="113756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scope: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98FFE-9880-68D6-824F-AFD908F0B2BC}"/>
              </a:ext>
            </a:extLst>
          </p:cNvPr>
          <p:cNvSpPr txBox="1"/>
          <p:nvPr/>
        </p:nvSpPr>
        <p:spPr>
          <a:xfrm>
            <a:off x="838200" y="2131670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TC1: Dataset CRUD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or either add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the dataset from the system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F5BF07-AC7B-8AB6-588E-14283092976C}"/>
              </a:ext>
            </a:extLst>
          </p:cNvPr>
          <p:cNvSpPr txBox="1"/>
          <p:nvPr/>
        </p:nvSpPr>
        <p:spPr>
          <a:xfrm>
            <a:off x="838200" y="4173022"/>
            <a:ext cx="746895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TC2: Creates new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 if they want to select new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if users have logged in to the system and user has enough space to 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user continue if they have met the training specifications, otherwise they will be unable to run new experiment since the environment does not have enough memory 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15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EC0D-9DB7-36B4-EEFE-300EDC35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166" y="412955"/>
            <a:ext cx="6854638" cy="587477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data become useful to end users 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AE323-9C51-2D54-41C4-860E3EEFC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166" y="1249474"/>
            <a:ext cx="5729621" cy="1356441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 and run successfully when cloning git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describe, use and process the dataset 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the system after logging and training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E3E2B-4CAF-9CE0-A69F-F996C5F10B4C}"/>
              </a:ext>
            </a:extLst>
          </p:cNvPr>
          <p:cNvSpPr txBox="1"/>
          <p:nvPr/>
        </p:nvSpPr>
        <p:spPr>
          <a:xfrm>
            <a:off x="789166" y="3047017"/>
            <a:ext cx="6096000" cy="56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Post implementation review criteria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CB8B9-E07C-B697-60AF-8AD5CAFEFA8C}"/>
              </a:ext>
            </a:extLst>
          </p:cNvPr>
          <p:cNvSpPr txBox="1"/>
          <p:nvPr/>
        </p:nvSpPr>
        <p:spPr>
          <a:xfrm>
            <a:off x="1270947" y="3884931"/>
            <a:ext cx="6096000" cy="225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Fix bugs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hecks database consistency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Maintain low memory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Users can clean their dataset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sers can integrate datasets and save it to a database.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010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91F6-A6E6-3B58-D2F7-8F77DC828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2316" y="433137"/>
            <a:ext cx="5069305" cy="686552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business uses the data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EBD64-14B7-DEE3-0995-88F9A3D4A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316" y="1516754"/>
            <a:ext cx="4545090" cy="2277979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these use cases: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dashboards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210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68ECB-81B9-93FF-2981-BEC1AD190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106" y="433136"/>
            <a:ext cx="3513221" cy="750721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7B7E2-4B83-3B75-3E46-78BA75D49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105" y="1638692"/>
            <a:ext cx="9144000" cy="75072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business operates relates to data platform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FF01B-DAEA-607D-A5AE-4D0E5A30DADE}"/>
              </a:ext>
            </a:extLst>
          </p:cNvPr>
          <p:cNvSpPr txBox="1"/>
          <p:nvPr/>
        </p:nvSpPr>
        <p:spPr>
          <a:xfrm>
            <a:off x="802105" y="2142807"/>
            <a:ext cx="6493429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can we update to improve in the future ?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919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228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Data Platform as a Service</vt:lpstr>
      <vt:lpstr>Why a data platform exists ? </vt:lpstr>
      <vt:lpstr>Architecture and System Scope:</vt:lpstr>
      <vt:lpstr>How data entering the platform ?</vt:lpstr>
      <vt:lpstr>Gantt chart</vt:lpstr>
      <vt:lpstr>PowerPoint Presentation</vt:lpstr>
      <vt:lpstr>Resource Planning</vt:lpstr>
      <vt:lpstr>System testing </vt:lpstr>
      <vt:lpstr>How can data become useful to end users ? </vt:lpstr>
      <vt:lpstr>How business uses the data ?</vt:lpstr>
      <vt:lpstr>Takeaways: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Adriel</dc:creator>
  <cp:lastModifiedBy>Nguyen, Adriel</cp:lastModifiedBy>
  <cp:revision>11</cp:revision>
  <dcterms:created xsi:type="dcterms:W3CDTF">2026-03-12T03:29:45Z</dcterms:created>
  <dcterms:modified xsi:type="dcterms:W3CDTF">2026-03-12T04:23:22Z</dcterms:modified>
</cp:coreProperties>
</file>